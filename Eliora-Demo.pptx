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Eliora is a warm, low-pressure study and focus coach designed first for people with ADD/ADHD. Tagline: make starting easy, one tiny step at a time, no shame.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457200" cy="45720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280160"/>
            <a:ext cx="292608" cy="29260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1463040"/>
            <a:ext cx="219456" cy="21945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0" y="457200"/>
            <a:ext cx="640080" cy="640080"/>
          </a:xfrm>
          <a:prstGeom prst="ellipse">
            <a:avLst/>
          </a:prstGeom>
          <a:solidFill>
            <a:srgbClr val="3A6B4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000000"/>
                </a:solidFill>
              </a:rPr>
              <a:t>🌱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 &amp; study coach built for ADHD brains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starting easy · one tiny step at a time · no shame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5212080"/>
            <a:ext cx="3566160" cy="502920"/>
          </a:xfrm>
          <a:prstGeom prst="roundRect">
            <a:avLst>
              <a:gd name="adj" fmla="val 49091"/>
            </a:avLst>
          </a:prstGeom>
          <a:solidFill>
            <a:srgbClr val="2A4A3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212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· AI-powered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ADHD brain, the hardest part of studying isn't the work — it's everything around 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37744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9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697480"/>
            <a:ext cx="868680" cy="868680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67919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78408" y="370332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Starting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8408" y="425196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page feels impossible. Tasks look too big to begin.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9976" y="237744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9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0016" y="2697480"/>
            <a:ext cx="868680" cy="868680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267919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00016" y="370332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Focusing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0016" y="425196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drifts; one distraction restarts the whole climb.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01584" y="237744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9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697480"/>
            <a:ext cx="868680" cy="868680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67919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21624" y="370332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Following through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21624" y="425196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live in your head, then vanish. Missed sessions pile on shame.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start in 5 minutes” — 3 hours ago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Designed ADHD-first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reduces the friction of starting and the cost of stopping.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713232" cy="713232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3055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13055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Make starting easy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0" y="213055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Eliora shrinks the first step until it feels almost too easy to skip.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136392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1810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🪜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00200" y="311810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tiny step at a time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311810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overwhelming to-do walls — just the single next action.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123944"/>
            <a:ext cx="713232" cy="713232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0565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41056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Externalize everything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410565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checkpoints, goals &amp; calendar live on-screen, not in your head.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111496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9320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00200" y="509320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shame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0" y="509320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and missed sessions are normal. Eliora just shrinks the step and restarts.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chat with Eliora. She turns a vague overwhelm into a plan you can act on now.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31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her what's on your plate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697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 bio exam Friday and I'm stuck.”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264408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64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2186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shrinks it to step one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6301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 the notes and read one heading. That's it.”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197096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97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1513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with a built-in timer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456285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15–25 min sprint grows your focus garden.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129784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29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08406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tracked for you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54955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goals &amp; streaks update — nothing to remember.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60920" y="1965960"/>
            <a:ext cx="4160520" cy="4343400"/>
          </a:xfrm>
          <a:prstGeom prst="roundRect">
            <a:avLst>
              <a:gd name="adj" fmla="val 3516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27000" dist="50800" dir="5400000">
              <a:srgbClr val="7E8C82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21305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🌱  Eliora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6448" y="2624328"/>
            <a:ext cx="3108960" cy="749808"/>
          </a:xfrm>
          <a:prstGeom prst="roundRect">
            <a:avLst>
              <a:gd name="adj" fmla="val 14634"/>
            </a:avLst>
          </a:prstGeom>
          <a:solidFill>
            <a:srgbClr val="6FCF97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2624328"/>
            <a:ext cx="2779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behind on everything and I can't start 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6952" y="3538728"/>
            <a:ext cx="3108960" cy="1078992"/>
          </a:xfrm>
          <a:prstGeom prst="roundRect">
            <a:avLst>
              <a:gd name="adj" fmla="val 10169"/>
            </a:avLst>
          </a:prstGeom>
          <a:solidFill>
            <a:srgbClr val="2E5240"/>
          </a:solidFill>
          <a:ln/>
        </p:spPr>
      </p:sp>
      <p:sp>
        <p:nvSpPr>
          <p:cNvPr id="25" name="Text 23"/>
          <p:cNvSpPr/>
          <p:nvPr/>
        </p:nvSpPr>
        <p:spPr>
          <a:xfrm>
            <a:off x="7781544" y="3538728"/>
            <a:ext cx="277977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Totally normal. Let's not do everything — just one thing. Open your bio notes and read the first heading.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56448" y="4782312"/>
            <a:ext cx="3108960" cy="530352"/>
          </a:xfrm>
          <a:prstGeom prst="roundRect">
            <a:avLst>
              <a:gd name="adj" fmla="val 20690"/>
            </a:avLst>
          </a:prstGeom>
          <a:solidFill>
            <a:srgbClr val="6FCF97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782312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ok… done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16952" y="5477256"/>
            <a:ext cx="3108960" cy="749808"/>
          </a:xfrm>
          <a:prstGeom prst="roundRect">
            <a:avLst>
              <a:gd name="adj" fmla="val 14634"/>
            </a:avLst>
          </a:prstGeom>
          <a:solidFill>
            <a:srgbClr val="2E5240"/>
          </a:solidFill>
          <a:ln/>
        </p:spPr>
      </p:sp>
      <p:sp>
        <p:nvSpPr>
          <p:cNvPr id="29" name="Text 27"/>
          <p:cNvSpPr/>
          <p:nvPr/>
        </p:nvSpPr>
        <p:spPr>
          <a:xfrm>
            <a:off x="7781544" y="5477256"/>
            <a:ext cx="2779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hardest part beat. Want a 15-min focus sprint? 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🌼  The Focus Garden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Forest-style focus game. Stay on task and something grows.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244634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27048" y="2313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Pomodoro sprints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7048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or 25-minute focus blocks with breaks — the timer does the willpower.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244634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03520" y="2313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flower grows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blooms while you focus and gets planted when the sprint completes.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11312" y="21488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244634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79992" y="2313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your town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79992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 skyline rises floor-by-floor as your session progresses.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867912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244634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🪙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27048" y="40325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Coins &amp; locations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7048" y="44165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earns coins that unlock Garden, Café, Beach, Forest &amp; Library.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3867912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244634"/>
          </a:solidFill>
          <a:ln/>
        </p:spPr>
      </p:sp>
      <p:sp>
        <p:nvSpPr>
          <p:cNvPr id="21" name="Text 19"/>
          <p:cNvSpPr/>
          <p:nvPr/>
        </p:nvSpPr>
        <p:spPr>
          <a:xfrm>
            <a:off x="4636008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303520" y="40325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Session check-in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44165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sprint, rate how it went — Eliora tunes the next step to you.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11312" y="3867912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24463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079992" y="40325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Streaks, not shame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79992" y="44165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 day? No penalty. Just plant the next flower.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FB89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goals that stick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real goals across three horizons — Eliora keeps them alive and checks in.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340156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423160"/>
            <a:ext cx="640080" cy="64008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09928" y="24231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Short-term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09928" y="280720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– 1 year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3291840"/>
            <a:ext cx="2852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“Raise my quiz average to 85% this week.”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9976" y="2148840"/>
            <a:ext cx="340156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E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31536" y="24231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Mid-term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31536" y="280720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5 years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54296" y="3291840"/>
            <a:ext cx="2852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“Pass all my AP exams and keep a 3.5 GPA.”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1584" y="2148840"/>
            <a:ext cx="340156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E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242316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53144" y="24231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Long-term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53144" y="280720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852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“Get into nursing school.”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461772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AI polishes your goal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500176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survey answers become one clear first-person sentence.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79976" y="461772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Suggests &amp; regenerates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79976" y="500176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classes, career &amp; calendar dates.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01584" y="461772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Follows up on the date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01584" y="500176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Celebrates a win or adjusts the plan — never guilt-trips.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today's step to a 4-year plan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Eliora zooms from the very next action all the way out to where you're headed.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265176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E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🪜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action to do right 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320040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65176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E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✅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Daily tasks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checklist, added by you or Eliora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632" y="320040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73952" y="2286000"/>
            <a:ext cx="265176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E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🗓️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56832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Study plan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02552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checkpoints &amp; assignments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07424" y="320040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381744" y="2286000"/>
            <a:ext cx="2651760" cy="2468880"/>
          </a:xfrm>
          <a:prstGeom prst="roundRect">
            <a:avLst>
              <a:gd name="adj" fmla="val 5185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01600" dist="38100" dir="5400000">
              <a:srgbClr val="9AA79E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81744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🎓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564624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4-year roadmap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10344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grid, live GPA &amp; reflections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steps · break any goal into a research-backed checklist · get resources per milestone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Notes → understanding, fast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almost anything and get something you can actually study from.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194560"/>
            <a:ext cx="4297680" cy="3566160"/>
          </a:xfrm>
          <a:prstGeom prst="roundRect">
            <a:avLst>
              <a:gd name="adj" fmla="val 3590"/>
            </a:avLst>
          </a:prstGeom>
          <a:solidFill>
            <a:srgbClr val="EAF3E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Feed 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A YouTube video (auto-transcript)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6301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 PDF or an image of notes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2885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Pasted text or a link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9469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A lecture write-up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3566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5486400" cy="3566160"/>
          </a:xfrm>
          <a:prstGeom prst="roundRect">
            <a:avLst>
              <a:gd name="adj" fmla="val 3590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14300" dist="38100" dir="5400000">
              <a:srgbClr val="7E8C82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Get back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50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2907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plain-language summary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2735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 first, then the key points.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38221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Auto-generated flashcards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41879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decks to quiz yourself instantly.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47365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 with friends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51023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sends a deck or note to a classmate.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D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to fit different brains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isn't a setting buried in a menu — it's the whole point.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24028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386584"/>
            <a:ext cx="548640" cy="54864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224028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Dyslexia-friendly font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73368" y="224028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74536" y="2386584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74536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87768" y="224028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letter &amp; line spacing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3429000"/>
            <a:ext cx="548640" cy="54864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282696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Read-aloud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73368" y="3282696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4536" y="3429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574536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87768" y="3282696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" y="4325112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" y="4471416"/>
            <a:ext cx="548640" cy="54864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" y="4453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🅰️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2768" y="4325112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text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73368" y="4325112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74536" y="4471416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574536" y="4453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87768" y="4325112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motion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8368" y="5367528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9536" y="5513832"/>
            <a:ext cx="548640" cy="54864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" y="5495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72768" y="5367528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mode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373368" y="5367528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AAB6AD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74536" y="5513832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6574536" y="5495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87768" y="5367528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web &amp; phone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 the hood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brain, two front-ends, a shared core.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23443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Web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3794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 v4 + shadcn/ui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4434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hosts the /api routes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22860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234432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5603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67328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13048" y="3794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13048" y="4434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the same replies token-by-token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10528" y="22860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234432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5603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93408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Shared core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39128" y="3794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types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9128" y="4434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coach's personality lives here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36608" y="22860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234432"/>
          </a:solidFill>
          <a:ln/>
        </p:spPr>
      </p:sp>
      <p:sp>
        <p:nvSpPr>
          <p:cNvPr id="20" name="Text 18"/>
          <p:cNvSpPr/>
          <p:nvPr/>
        </p:nvSpPr>
        <p:spPr>
          <a:xfrm>
            <a:off x="9436608" y="25603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619488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+ tools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65208" y="3794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summarize, goals, plans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65208" y="4434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E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with server-side tool calls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· npm workspaces · both clients POST to one /api/chat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FB89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48640"/>
            <a:ext cx="457200" cy="45720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188720"/>
            <a:ext cx="237744" cy="23774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4" name="Shape 2"/>
          <p:cNvSpPr/>
          <p:nvPr/>
        </p:nvSpPr>
        <p:spPr>
          <a:xfrm>
            <a:off x="11704320" y="123444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85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🌱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Let's watch it work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77240" y="2935224"/>
            <a:ext cx="310896" cy="31089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98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“I'm overwhelmed” → get one tiny step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93592"/>
            <a:ext cx="310896" cy="31089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5387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focus sprint → grow the garden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251960"/>
            <a:ext cx="310896" cy="31089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15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41970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SMART goal → watch Eliora polish 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4910328"/>
            <a:ext cx="310896" cy="31089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73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8554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video → get flashcards to share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5806440"/>
            <a:ext cx="5669280" cy="640080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06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starting easy. That's the whole idea.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FB89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eliora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Eliora — Demo</dc:title>
  <dc:subject>PptxGenJS Presentation</dc:subject>
  <dc:creator>Eliora</dc:creator>
  <cp:lastModifiedBy>Eliora</cp:lastModifiedBy>
  <cp:revision>1</cp:revision>
  <dcterms:created xsi:type="dcterms:W3CDTF">2026-07-15T18:00:51Z</dcterms:created>
  <dcterms:modified xsi:type="dcterms:W3CDTF">2026-07-15T18:00:51Z</dcterms:modified>
</cp:coreProperties>
</file>