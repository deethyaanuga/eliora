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08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21513A"/>
                </a:solidFill>
              </a:rPr>
              <a:t>🌱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30759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ELIORA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41248" y="3154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focus &amp; study coach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41248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7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patient, judgment-free study companion built for the way ADHD &amp; ADD minds actually work.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 Keep going.  🌱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Studying isn't a willpower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people with ADHD/ADD, the hard part isn't ability — it's regulation: getting started, breaking down a wall of work, and following through without overwhelm or shame.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502152" cy="35661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834640"/>
            <a:ext cx="914400" cy="91440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30906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9319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443484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page is the biggest barrier. Motivation comes after action, not before.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25112" y="2423160"/>
            <a:ext cx="3502152" cy="35661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834640"/>
            <a:ext cx="914400" cy="91440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30906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39319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90872" y="443484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to-do list reads as one impossible task — so nothing begins.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10144" y="2423160"/>
            <a:ext cx="3502152" cy="35661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834640"/>
            <a:ext cx="914400" cy="91440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30906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39319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Follow-through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75904" y="443484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fade, sessions slip, and guilt makes it harder to come back.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Eliora removes the friction — it doesn't lower the bar.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Eliora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E4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study coach that turns </a:t>
            </a:r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 where to start"</a:t>
            </a:r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E4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clear plan and one tiny next step.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3502152" cy="3291840"/>
          </a:xfrm>
          <a:prstGeom prst="roundRect">
            <a:avLst>
              <a:gd name="adj" fmla="val 333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3154680"/>
            <a:ext cx="868680" cy="86868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950" y="339791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never shaming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4617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6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feelings first, celebrates every small win, and re-engages gently when sessions slip.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89704" y="2788920"/>
            <a:ext cx="3502152" cy="3291840"/>
          </a:xfrm>
          <a:prstGeom prst="roundRect">
            <a:avLst>
              <a:gd name="adj" fmla="val 333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55464" y="3154680"/>
            <a:ext cx="868680" cy="86868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694" y="339791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55464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ADHD-first by design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55464" y="4617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6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regulation, not discipline: tiny steps, timeboxing, body-doubling, and interest-based learning.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56448" y="2788920"/>
            <a:ext cx="3502152" cy="3291840"/>
          </a:xfrm>
          <a:prstGeom prst="roundRect">
            <a:avLst>
              <a:gd name="adj" fmla="val 333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22208" y="3154680"/>
            <a:ext cx="868680" cy="86868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438" y="339791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plan → done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22208" y="4617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6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 SMART goal, breaks it into a checklist, and coaches the learner through each step.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 onboarding, then a living plan that adapts as the learner moves.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2651760"/>
            <a:ext cx="841248" cy="84124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2476" y="26517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sign-up survey — class, struggles, how they learn, interests.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408" y="352044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8556" y="2651760"/>
            <a:ext cx="841248" cy="84124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48556" y="26517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79476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goal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794760" y="40690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Eliora shapes it into a SMART goal with a target date.</a:t>
            </a:r>
            <a:endParaRPr lang="en-US" sz="13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2044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92240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74636" y="2651760"/>
            <a:ext cx="841248" cy="84124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374636" y="26517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72084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down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720840" y="40690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becomes a checklist of tiny, ordered tasks on the plan.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568" y="3520440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418320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300716" y="2651760"/>
            <a:ext cx="841248" cy="84124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10300716" y="26517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964692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&amp; track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646920" y="40690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time, with focus sprints, resources, and progress.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rebuild from the conversation, fold in assignments &amp; exam dates, and revisit weak spots automatically.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in one calm place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64792"/>
            <a:ext cx="749808" cy="74980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066" y="1974738"/>
            <a:ext cx="329916" cy="3299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764792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651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goal, auto-broken into a step checklist with progress.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45152" y="1764792"/>
            <a:ext cx="749808" cy="74980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098" y="1974738"/>
            <a:ext cx="329916" cy="3299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59552" y="1764792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garden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45152" y="2651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Forest-style timer — focus to grow a town, earn coins, level up.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10144" y="141732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0184" y="1764792"/>
            <a:ext cx="749808" cy="74980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130" y="1974738"/>
            <a:ext cx="329916" cy="3299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44584" y="1764792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tools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330184" y="26517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Flashcards, quizzes &amp; study guides; weak topics resurface.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" y="384048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0120" y="4187952"/>
            <a:ext cx="749808" cy="74980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066" y="4397898"/>
            <a:ext cx="329916" cy="3299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4187952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video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60120" y="50749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pasted notes, docs, or a YouTube link into study sets.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325112" y="384048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45152" y="4187952"/>
            <a:ext cx="749808" cy="74980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098" y="4397898"/>
            <a:ext cx="329916" cy="3299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59552" y="4187952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calendar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4645152" y="50749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assignments, and exams — backward-planned.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8010144" y="384048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30184" y="4187952"/>
            <a:ext cx="749808" cy="74980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130" y="4397898"/>
            <a:ext cx="329916" cy="3299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44584" y="4187952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8330184" y="50749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nudges for due work, exams, and goal check-ins.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how the brain actually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shaped by evidence-based ADHD coaching principles: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68296"/>
            <a:ext cx="658368" cy="65836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623" y="255263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starting easy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step one until it's almost too small to refuse — the 2-minute rule.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20574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368296"/>
            <a:ext cx="658368" cy="65836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303" y="2552639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tiny step at a time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06640" y="26243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wall of tasks; the single next action, then stop.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5204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3831336"/>
            <a:ext cx="658368" cy="65836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23" y="401567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 it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65960" y="40873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focused sprints with breaks, backed by a built-in timer.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5204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3831336"/>
            <a:ext cx="658368" cy="65836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303" y="4015679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Body-doubling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06640" y="40873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Eliora works alongside the learner and checks in when time's up.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22960" y="498348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97280" y="5294376"/>
            <a:ext cx="658368" cy="65836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623" y="5478719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65960" y="5184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everything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1965960" y="5550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goals &amp; dates live in the app, not in their head.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263640" y="498348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8241F"/>
          </a:solidFill>
          <a:ln w="12700">
            <a:solidFill>
              <a:srgbClr val="21513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37960" y="5294376"/>
            <a:ext cx="658368" cy="658368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303" y="5478719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5184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shame, ever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7406640" y="5550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sessions are normal — just shrink the next step and restart.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Accessible by default, everywhere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822960" cy="822960"/>
          </a:xfrm>
          <a:prstGeom prst="ellipse">
            <a:avLst/>
          </a:prstGeom>
          <a:solidFill>
            <a:srgbClr val="2C6B4C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10494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design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Dyslexia-friendly font &amp; spacing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+ high contrast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Read-aloud (text-to-speech) on any reply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text size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 dictation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co-occurring needs — dyscalculia, anxiety, memory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55080" y="155448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E7EFE8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2084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every device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720840" y="256032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62" y="273954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5237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43800" y="28712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(iOS/Android) and a Next.js web app from one codebase.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720840" y="365760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62" y="383682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36210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coaching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543800" y="39684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 with tools that build plans, goals, quizzes &amp; more.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20840" y="47548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62" y="493410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43800" y="47183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per account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543800" y="506577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learner's plan, goals &amp; history are isolated and saved.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75504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2C6B4C"/>
                </a:solidFill>
              </a:rPr>
              <a:t>🌱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Helping every learner start small</a:t>
            </a:r>
            <a:endParaRPr lang="en-US" sz="34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keep growing.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Eliora — your focus &amp; study coach.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patient, and built for the way you actually study.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Eliora — What we're about</dc:title>
  <dc:subject>PptxGenJS Presentation</dc:subject>
  <dc:creator>Eliora</dc:creator>
  <cp:lastModifiedBy>Eliora</cp:lastModifiedBy>
  <cp:revision>1</cp:revision>
  <dcterms:created xsi:type="dcterms:W3CDTF">2026-06-26T22:07:10Z</dcterms:created>
  <dcterms:modified xsi:type="dcterms:W3CDTF">2026-06-26T22:07:10Z</dcterms:modified>
</cp:coreProperties>
</file>